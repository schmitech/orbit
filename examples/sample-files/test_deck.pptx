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Spend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1200</c:v>
                </c:pt>
                <c:pt idx="1">
                  <c:v>1500</c:v>
                </c:pt>
                <c:pt idx="2">
                  <c:v>900</c:v>
                </c:pt>
                <c:pt idx="3">
                  <c:v>1700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sample speaker notes for testing note extraction.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PowerPoint for python-pptx Testing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locally • Compatible with python-pptx 1.0.2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Purpose of this deck</a:t>
            </a:r>
          </a:p>
          <a:p>
            <a:pPr/>
            <a:r>
              <a:t>Basic shapes and text</a:t>
            </a:r>
          </a:p>
          <a:p>
            <a:pPr/>
            <a:r>
              <a:t>Tables and charts</a:t>
            </a:r>
          </a:p>
          <a:p>
            <a:pPr/>
            <a:r>
              <a:t>Images and notes</a:t>
            </a:r>
          </a:p>
          <a:p>
            <a:pPr/>
            <a:r>
              <a:t>Summary slide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Shapes and Text Boxes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2743200" cy="1097280"/>
          </a:xfrm>
          <a:prstGeom prst="rect">
            <a:avLst/>
          </a:prstGeom>
          <a:solidFill>
            <a:srgbClr val="DCEBFA"/>
          </a:solidFill>
          <a:ln>
            <a:solidFill>
              <a:srgbClr val="3C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Rectangle Shape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1645920"/>
            <a:ext cx="3657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Text box with</a:t>
            </a:r>
          </a:p>
          <a:p>
            <a:r>
              <a:t>multiple lines</a:t>
            </a:r>
          </a:p>
          <a:p>
            <a:r>
              <a:t>and styling.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Table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645920"/>
          <a:ext cx="73152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41148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Qty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Cost (CAD)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t>Compute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120.00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t>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 TB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75.50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t>Monitoring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19.99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Simple Chart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645920"/>
          <a:ext cx="73152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Image and Speaker Notes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3657600" cy="2743200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Image Placeholder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Deck includes titles, bullets, shapes, a table, a chart, and notes.</a:t>
            </a:r>
          </a:p>
          <a:p>
            <a:pPr/>
            <a:r>
              <a:t>Useful for testing parsing, ordering, and content extraction.</a:t>
            </a:r>
          </a:p>
          <a:p>
            <a:pPr/>
            <a:r>
              <a:t>Created to be small but feature-complete.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